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43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D23844-2430-FE87-C73B-B949D9183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096ECAC-4ADA-9ED6-1360-14F9584787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A07167-FAAA-5443-81CD-24FAA3F55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F85C-C1E9-44DC-9DFB-14FA2D4E2D6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BC13A8-C034-EBC4-F1D8-AE65452D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7DDD65-A523-4CEC-345D-52395D0EA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4E9-83DD-4112-9F3B-78994E837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17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E7C2E-ECCC-ECEE-9D33-3F3C58C66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4BBAEF-E3BC-72E4-AA3B-336F39A04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C06059-9ACC-F49F-1531-7C957A613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F85C-C1E9-44DC-9DFB-14FA2D4E2D6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082C9A-0323-16D8-3EE7-5EAE3AD75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08C739-5148-C8EB-F6E0-257D61184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4E9-83DD-4112-9F3B-78994E837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177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6DBCE1-7332-8AE0-481D-96AB517AD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5C1004-3D4A-272D-A318-B0572A46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99B184-465D-15F3-5F54-08D22DD50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F85C-C1E9-44DC-9DFB-14FA2D4E2D6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F02186-C37F-60CE-9A31-26F7DEC77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049C55-AB97-E313-E9A4-DD82469D7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4E9-83DD-4112-9F3B-78994E837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01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0F3734-B9BD-FC0E-40A3-4E9865B9D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63EE8B-3A54-06DB-E675-919D976D4B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43A36C-F53E-873A-1DD8-DEB927648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764774-013D-4F1F-567D-44504572E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F85C-C1E9-44DC-9DFB-14FA2D4E2D6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33219E-3522-CCB5-D9D7-F249D043C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D3DE4A-A9B1-EDFB-76AE-56749E1C5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4E9-83DD-4112-9F3B-78994E837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060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AA19DF-AD1E-F9BC-D207-3E0CA43AE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18B384-5156-68F6-4CA2-333588B55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86A8BE-0DC5-4E06-4AAB-5582780A6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72A828D-7CA8-071A-92CF-73C162055D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E53732B-206D-EB93-F93A-C62678F818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A51C782-5113-C4BA-3950-2440B041D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F85C-C1E9-44DC-9DFB-14FA2D4E2D6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59D2B18-E6BE-35D4-5FFC-6CAF588EB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5460A5C-13F4-5203-C11C-102CC9907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4E9-83DD-4112-9F3B-78994E837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254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4163E-DB07-9364-55C9-61590E0F9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B4DEEA-CE56-10DB-BDC7-AC399D0AF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F85C-C1E9-44DC-9DFB-14FA2D4E2D6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7F82223-C27A-2165-D75B-68D03E865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6E980A-B4BA-0087-9968-450F7201C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4E9-83DD-4112-9F3B-78994E837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571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5B4E421-4814-F1BC-9701-8ABDFB369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F85C-C1E9-44DC-9DFB-14FA2D4E2D6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817326F-9B05-D696-CBBA-BC3C80CE9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70B38D-6273-F5F6-E7AC-95BF4120C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4E9-83DD-4112-9F3B-78994E837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614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977500-98D2-5E0D-665A-C0CD0CBF5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6B46F2-DCA4-2911-10CA-03AD6E464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B90CE5-8FEC-A7D5-0620-827EB49B8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9B57D4-2B5C-9F49-5500-638DD9E04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F85C-C1E9-44DC-9DFB-14FA2D4E2D6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FD1554-8F80-F61E-B4A1-529DCE6B4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C63802-5A6D-5E18-F3EB-BF3541844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4E9-83DD-4112-9F3B-78994E837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821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DA5DFA-9859-CF14-8CE3-17465A85F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CD7A230-5171-C523-D25F-882B25AE4C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6CDE22-340A-C0CB-01A5-62773D594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9DAA0A-E2E2-9AD9-603C-76647FBF8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F85C-C1E9-44DC-9DFB-14FA2D4E2D6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59BBBB-8550-A6E7-4F86-53F8EAF92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9EB5C0-BADB-D42B-3019-BFC60E33D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4E9-83DD-4112-9F3B-78994E837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16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D6C5B6-CDDD-A193-23E3-965A04197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C749EB-8E46-7B8A-3A69-45966D474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6D468D-BED2-36F4-AFAB-ABAFD6B84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F85C-C1E9-44DC-9DFB-14FA2D4E2D6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E19E8E-5912-0BBE-FFC0-7A911EE63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820404-BF61-77CB-46E4-5C5F85B3A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4E9-83DD-4112-9F3B-78994E837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668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ED361E1-96B8-40A0-099E-F74341498E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072AB8-05A3-484F-B317-A30D28D9AF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C8CB7F-241A-D0B4-BBF3-DD86897F3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F85C-C1E9-44DC-9DFB-14FA2D4E2D6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DD6870-2FA3-8171-2436-F07CBA408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0403E4-A854-76FB-CE03-1E9A1A6FE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C4E9-83DD-4112-9F3B-78994E837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67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6345DB1-5674-42B6-2082-4B90596E0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D26351-3FF3-2D93-BA13-E2E7050F9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433C69-ADE0-4A88-3C1C-F97A171B3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8FF85C-C1E9-44DC-9DFB-14FA2D4E2D65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7BCA2E-2C2E-D6DF-BE15-57504D082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9C4594-0CDB-8F41-BE09-3E2BCD96A1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5C4E9-83DD-4112-9F3B-78994E837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873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386E2BC-70A2-554F-A7A0-E1D9ADAEB5E2}"/>
              </a:ext>
            </a:extLst>
          </p:cNvPr>
          <p:cNvSpPr/>
          <p:nvPr/>
        </p:nvSpPr>
        <p:spPr>
          <a:xfrm>
            <a:off x="2488474" y="1018903"/>
            <a:ext cx="163286" cy="163286"/>
          </a:xfrm>
          <a:prstGeom prst="rect">
            <a:avLst/>
          </a:prstGeom>
          <a:solidFill>
            <a:srgbClr val="CC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5CD72E-604F-0E12-9665-9C86C85F2393}"/>
              </a:ext>
            </a:extLst>
          </p:cNvPr>
          <p:cNvSpPr txBox="1"/>
          <p:nvPr/>
        </p:nvSpPr>
        <p:spPr>
          <a:xfrm>
            <a:off x="2651760" y="603404"/>
            <a:ext cx="18213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/>
              <a:t>Odess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CEA4FD8-4B2A-3700-C659-7B121B221ED7}"/>
              </a:ext>
            </a:extLst>
          </p:cNvPr>
          <p:cNvSpPr/>
          <p:nvPr/>
        </p:nvSpPr>
        <p:spPr>
          <a:xfrm>
            <a:off x="4926874" y="1018902"/>
            <a:ext cx="163286" cy="163286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769F20-3FB8-AD9F-69D4-267BBF9D85C8}"/>
              </a:ext>
            </a:extLst>
          </p:cNvPr>
          <p:cNvSpPr txBox="1"/>
          <p:nvPr/>
        </p:nvSpPr>
        <p:spPr>
          <a:xfrm>
            <a:off x="5090160" y="603403"/>
            <a:ext cx="20842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/>
              <a:t>Greedy</a:t>
            </a:r>
          </a:p>
        </p:txBody>
      </p:sp>
    </p:spTree>
    <p:extLst>
      <p:ext uri="{BB962C8B-B14F-4D97-AF65-F5344CB8AC3E}">
        <p14:creationId xmlns:p14="http://schemas.microsoft.com/office/powerpoint/2010/main" val="2402236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 y</dc:creator>
  <cp:lastModifiedBy>p y</cp:lastModifiedBy>
  <cp:revision>1</cp:revision>
  <dcterms:created xsi:type="dcterms:W3CDTF">2025-11-27T15:21:46Z</dcterms:created>
  <dcterms:modified xsi:type="dcterms:W3CDTF">2025-11-27T15:28:08Z</dcterms:modified>
</cp:coreProperties>
</file>